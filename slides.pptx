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37160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汤姆斯杯 &amp; 尤伯杯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中国羽毛球队成绩报告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丹麦 · 霍森斯  |  2026年5月9日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91440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A2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赛事总览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一冠一亚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最终成绩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645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第12冠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8404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汤杯队史纪录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9494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决赛击败法国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698480" cy="2286000"/>
          </a:xfrm>
          <a:prstGeom prst="rect">
            <a:avLst>
              <a:gd name="adj" fmla="val 4000"/>
            </a:avLst>
          </a:prstGeom>
          <a:solidFill>
            <a:srgbClr val="2A2A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汤姆斯杯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 3:1 法国 — 成功卫冕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尤伯杯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韩国 3:1 中国 — 摘得银牌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时代意义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"21分制"时代最后一届汤尤杯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166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格局变化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5166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欧洲势力崛起，印尼无缘八强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汤姆斯杯决赛：中国 3:1 法国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卫冕成功，夺取队史第12冠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2011680"/>
                <a:gridCol w="320040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中国选手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石宇奇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21:17（决胜局）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李诗沣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拉尼尔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翁泓阳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大波波夫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22:20 / 20:22 / 21:19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任翔宇/何济霆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锁定制胜分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0116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中国选手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比分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4297680"/>
            <a:ext cx="10698480" cy="1645920"/>
          </a:xfrm>
          <a:prstGeom prst="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决赛关键进程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石宇奇胜 → 李诗沣负 → 1:1 平 →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翁泓阳 96分钟鏖战胜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2:1 领先 → 任翔宇/何济霆锁定冠军 →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 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汤姆斯杯：夺冠之路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从小组赛到决赛的征途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D0D0D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小组赛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石宇奇因病缺席部分场次
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李诗沣临危出任一单
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2:1 险胜印度队
</a:t>
            </a:r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以小组第一出线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02920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D0D0D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淘汰赛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石宇奇回归，全队士气大振
</a:t>
            </a:r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零封马来西亚
</a:t>
            </a:r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零封丹麦
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强势挺进决赛 → 3:1 法国夺冠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尤伯杯决赛：韩国 3:1 中国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一路零封晋级，决赛关键分失守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914400"/>
          </a:xfrm>
          <a:prstGeom prst="rect">
            <a:avLst>
              <a:gd name="adj" fmla="val 6000"/>
            </a:avLst>
          </a:prstGeom>
          <a:solidFill>
            <a:srgbClr val="2A2A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王祉怡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安洗莹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大比分告负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0698480" cy="914400"/>
          </a:xfrm>
          <a:prstGeom prst="rect">
            <a:avLst>
              <a:gd name="adj" fmla="val 6000"/>
            </a:avLst>
          </a:prstGeom>
          <a:solidFill>
            <a:srgbClr val="2A2A3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刘圣书/谭宁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926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扳回一分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10698480" cy="914400"/>
          </a:xfrm>
          <a:prstGeom prst="rect">
            <a:avLst>
              <a:gd name="adj" fmla="val 6000"/>
            </a:avLst>
          </a:prstGeom>
          <a:solidFill>
            <a:srgbClr val="2A2A3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4023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陈雨菲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金佳恩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4023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领先被逆转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914400"/>
          </a:xfrm>
          <a:prstGeom prst="rect">
            <a:avLst>
              <a:gd name="adj" fmla="val 6000"/>
            </a:avLst>
          </a:prstGeom>
          <a:solidFill>
            <a:srgbClr val="2A2A3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20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5120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贾一凡/张殊贤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5120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白荷娜/金慧贞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5120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首局胜后下滑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汤姆斯杯 · 男队选手成绩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石宇奇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一单 / 队长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463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1463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克服急性肠胃炎，决赛85分钟苦战胜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698480" cy="777240"/>
          </a:xfrm>
          <a:prstGeom prst="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李诗沣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5胜1负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423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全队唯一全程出战，缺阵时扛起一单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83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翁泓阳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383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决赛封神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96分钟鏖战，锁定冠军点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10698480" cy="777240"/>
          </a:xfrm>
          <a:prstGeom prst="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梁伟铿/王昶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5战全胜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343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最稳定发挥，世界一流水准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303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任翔宇/何济霆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0" y="5303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5303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关键先生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5303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再次在决赛锁定制胜分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尤伯杯 · 女队选手成绩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王祉怡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4630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4胜1负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1463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首次担任一单，决赛不敌世界第一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698480" cy="777240"/>
          </a:xfrm>
          <a:prstGeom prst="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陈雨菲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423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决赛关键场次被逆转，比赛转折点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83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刘圣书/谭宁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383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5战全胜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首次站上一双，展现世界第一水准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10698480" cy="777240"/>
          </a:xfrm>
          <a:prstGeom prst="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贾一凡/张殊贤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343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新老组合，多拍相持不及对手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10698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303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徐文婧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0" y="5303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5303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3战全胜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5303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18岁小将，首次出战尤杯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赛事亮点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120640" cy="2011680"/>
          </a:xfrm>
          <a:prstGeom prst="rect">
            <a:avLst>
              <a:gd name="adj" fmla="val 4545"/>
            </a:avLst>
          </a:prstGeom>
          <a:solidFill>
            <a:srgbClr val="2A2A3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96分钟封神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2468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翁泓阳决赛三局鏖战，比分 22:20 / 20:22 / 21:19，锁定冠军点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2011680"/>
          </a:xfrm>
          <a:prstGeom prst="rect">
            <a:avLst>
              <a:gd name="adj" fmla="val 4545"/>
            </a:avLst>
          </a:prstGeom>
          <a:solidFill>
            <a:srgbClr val="2A2A3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22376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5战全胜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0" y="2468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梁伟铿/王昶（男双）&amp; 刘圣书/谭宁（女双）双双打出完美战绩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5120640" cy="2011680"/>
          </a:xfrm>
          <a:prstGeom prst="rect">
            <a:avLst>
              <a:gd name="adj" fmla="val 4545"/>
            </a:avLst>
          </a:prstGeom>
          <a:solidFill>
            <a:srgbClr val="2A2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零封晋级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846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女队决赛前一路零封对手，展现强大整体实力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120640" cy="2011680"/>
          </a:xfrm>
          <a:prstGeom prst="rect">
            <a:avLst>
              <a:gd name="adj" fmla="val 4545"/>
            </a:avLst>
          </a:prstGeom>
          <a:solidFill>
            <a:srgbClr val="2A2A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2376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00后崛起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4846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18岁徐文婧首次出战尤杯，小组赛3战全胜，未来可期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303520" y="3200400"/>
            <a:ext cx="155448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汤姆斯杯 &amp; 尤伯杯 · 国羽成绩报告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数据来源：新华社 / 国家体育总局 / 百度百家号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2026-05-09T08:03:13Z</dcterms:created>
  <dcterms:modified xsi:type="dcterms:W3CDTF">2026-05-09T08:03:13Z</dcterms:modified>
</cp:coreProperties>
</file>